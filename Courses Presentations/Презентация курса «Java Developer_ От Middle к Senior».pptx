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7a49cbb23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7a49cbb23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7a49cbb239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7a49cbb239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7a49cbb239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7a49cbb239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7a49cbb239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7a49cbb239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7a49cbb239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7a49cbb239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7310434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476" y="-10476"/>
            <a:ext cx="9220598" cy="5186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 title="731043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1750" y="-11750"/>
            <a:ext cx="9209851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5" title="731043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1750" y="-11750"/>
            <a:ext cx="9209851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6" title="731032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1750" y="-11750"/>
            <a:ext cx="9221601" cy="5143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7" title="7310324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1750" y="-11750"/>
            <a:ext cx="9209851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8" title="731043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1750" y="-11750"/>
            <a:ext cx="9155748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